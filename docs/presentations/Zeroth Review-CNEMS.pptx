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Fredoka" panose="020B0604020202020204" charset="0"/>
      <p:regular r:id="rId8"/>
    </p:embeddedFont>
    <p:embeddedFont>
      <p:font typeface="Glacial Indifference" panose="020B0604020202020204" charset="0"/>
      <p:regular r:id="rId9"/>
    </p:embeddedFont>
    <p:embeddedFont>
      <p:font typeface="Glacial Indifference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06922" y="409537"/>
            <a:ext cx="12644518" cy="8429679"/>
          </a:xfrm>
          <a:custGeom>
            <a:avLst/>
            <a:gdLst/>
            <a:ahLst/>
            <a:cxnLst/>
            <a:rect l="l" t="t" r="r" b="b"/>
            <a:pathLst>
              <a:path w="12644518" h="8429679">
                <a:moveTo>
                  <a:pt x="0" y="0"/>
                </a:moveTo>
                <a:lnTo>
                  <a:pt x="12644518" y="0"/>
                </a:lnTo>
                <a:lnTo>
                  <a:pt x="12644518" y="8429679"/>
                </a:lnTo>
                <a:lnTo>
                  <a:pt x="0" y="8429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7488576"/>
            <a:ext cx="10220592" cy="1616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0"/>
              </a:lnSpc>
            </a:pPr>
            <a:r>
              <a:rPr lang="en-US" sz="4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CLOUD-NATIVE </a:t>
            </a:r>
          </a:p>
          <a:p>
            <a:pPr algn="l">
              <a:lnSpc>
                <a:spcPts val="6450"/>
              </a:lnSpc>
              <a:spcBef>
                <a:spcPct val="0"/>
              </a:spcBef>
            </a:pPr>
            <a:r>
              <a:rPr lang="en-US" sz="4607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EVENT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7209" y="3283086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559860" y="2786751"/>
            <a:ext cx="5016222" cy="88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5"/>
              </a:lnSpc>
              <a:spcBef>
                <a:spcPct val="0"/>
              </a:spcBef>
            </a:pPr>
            <a:r>
              <a:rPr lang="en-US" sz="516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Meet our team...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59860" y="4143074"/>
            <a:ext cx="6670740" cy="3254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94817" lvl="1" indent="-497409" algn="l">
              <a:lnSpc>
                <a:spcPts val="6450"/>
              </a:lnSpc>
              <a:buAutoNum type="arabicPeriod"/>
            </a:pPr>
            <a:r>
              <a:rPr lang="en-US" sz="4607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Dilip V (Team Leader)</a:t>
            </a:r>
          </a:p>
          <a:p>
            <a:pPr marL="994817" lvl="1" indent="-497409" algn="l">
              <a:lnSpc>
                <a:spcPts val="6450"/>
              </a:lnSpc>
              <a:buAutoNum type="arabicPeriod"/>
            </a:pPr>
            <a:r>
              <a:rPr lang="en-US" sz="4607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Divakaran</a:t>
            </a:r>
            <a:r>
              <a:rPr lang="en-US" sz="4607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</a:t>
            </a:r>
          </a:p>
          <a:p>
            <a:pPr marL="994817" lvl="1" indent="-497409" algn="l">
              <a:lnSpc>
                <a:spcPts val="6450"/>
              </a:lnSpc>
              <a:buAutoNum type="arabicPeriod"/>
            </a:pPr>
            <a:r>
              <a:rPr lang="en-US" sz="4607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Diyanesh</a:t>
            </a:r>
            <a:r>
              <a:rPr lang="en-US" sz="4607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</a:t>
            </a:r>
          </a:p>
          <a:p>
            <a:pPr marL="994817" lvl="1" indent="-497409" algn="l">
              <a:lnSpc>
                <a:spcPts val="6450"/>
              </a:lnSpc>
              <a:spcBef>
                <a:spcPct val="0"/>
              </a:spcBef>
              <a:buAutoNum type="arabicPeriod"/>
            </a:pPr>
            <a:r>
              <a:rPr lang="en-US" sz="4607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Harikrishna 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97245" y="787939"/>
            <a:ext cx="5362055" cy="5863082"/>
          </a:xfrm>
          <a:custGeom>
            <a:avLst/>
            <a:gdLst/>
            <a:ahLst/>
            <a:cxnLst/>
            <a:rect l="l" t="t" r="r" b="b"/>
            <a:pathLst>
              <a:path w="5362055" h="5863082">
                <a:moveTo>
                  <a:pt x="0" y="0"/>
                </a:moveTo>
                <a:lnTo>
                  <a:pt x="5362055" y="0"/>
                </a:lnTo>
                <a:lnTo>
                  <a:pt x="5362055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60024" y="4812173"/>
            <a:ext cx="12711650" cy="494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3503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Problem Statement:</a:t>
            </a:r>
          </a:p>
          <a:p>
            <a:pPr algn="l">
              <a:lnSpc>
                <a:spcPts val="4905"/>
              </a:lnSpc>
            </a:pPr>
            <a:endParaRPr lang="en-US" sz="3503" b="1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design and develop a cloud-native, scalable, and reliable event management system that enables organizers to manage events efficiently and allows users to discover, register, and receive live updates through a centralized platform.</a:t>
            </a:r>
          </a:p>
          <a:p>
            <a:pPr algn="l">
              <a:lnSpc>
                <a:spcPts val="4905"/>
              </a:lnSpc>
              <a:spcBef>
                <a:spcPct val="0"/>
              </a:spcBef>
            </a:pPr>
            <a:endParaRPr lang="en-US" sz="3503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42309"/>
            <a:ext cx="15163036" cy="679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3503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Objectives</a:t>
            </a: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l">
              <a:lnSpc>
                <a:spcPts val="4905"/>
              </a:lnSpc>
            </a:pPr>
            <a:endParaRPr lang="en-US" sz="3503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905"/>
              </a:lnSpc>
            </a:pPr>
            <a:endParaRPr lang="en-US" sz="3503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main objectives of the proposed system are: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To provide a centralized web platform for managing events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To enable easy event creation, publishing, and registration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To ensure high availability and scalability using cloud technologies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To support real-time event updates and notifications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To implement secure and role-based access for users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To design the system using cloud-native principles for future extensibility</a:t>
            </a:r>
          </a:p>
          <a:p>
            <a:pPr algn="l">
              <a:lnSpc>
                <a:spcPts val="4905"/>
              </a:lnSpc>
              <a:spcBef>
                <a:spcPct val="0"/>
              </a:spcBef>
            </a:pPr>
            <a:endParaRPr lang="en-US" sz="3503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050611" y="1313236"/>
            <a:ext cx="4537000" cy="4587040"/>
          </a:xfrm>
          <a:custGeom>
            <a:avLst/>
            <a:gdLst/>
            <a:ahLst/>
            <a:cxnLst/>
            <a:rect l="l" t="t" r="r" b="b"/>
            <a:pathLst>
              <a:path w="4537000" h="4587040">
                <a:moveTo>
                  <a:pt x="0" y="0"/>
                </a:moveTo>
                <a:lnTo>
                  <a:pt x="4537000" y="0"/>
                </a:lnTo>
                <a:lnTo>
                  <a:pt x="4537000" y="4587040"/>
                </a:lnTo>
                <a:lnTo>
                  <a:pt x="0" y="45870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69854" y="1306729"/>
            <a:ext cx="6189446" cy="6622948"/>
          </a:xfrm>
          <a:custGeom>
            <a:avLst/>
            <a:gdLst/>
            <a:ahLst/>
            <a:cxnLst/>
            <a:rect l="l" t="t" r="r" b="b"/>
            <a:pathLst>
              <a:path w="6189446" h="6622948">
                <a:moveTo>
                  <a:pt x="0" y="0"/>
                </a:moveTo>
                <a:lnTo>
                  <a:pt x="6189446" y="0"/>
                </a:lnTo>
                <a:lnTo>
                  <a:pt x="6189446" y="6622948"/>
                </a:lnTo>
                <a:lnTo>
                  <a:pt x="0" y="66229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353292"/>
            <a:ext cx="11048209" cy="741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5"/>
              </a:lnSpc>
            </a:pPr>
            <a:r>
              <a:rPr lang="en-US" sz="3503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Domain Overview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Domain: Cloud Computing &amp; Web Applications</a:t>
            </a:r>
          </a:p>
          <a:p>
            <a:pPr algn="l">
              <a:lnSpc>
                <a:spcPts val="4905"/>
              </a:lnSpc>
            </a:pPr>
            <a:endParaRPr lang="en-US" sz="3503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project lies in the domain of Cloud Computing, focusing on cloud-native application development.</a:t>
            </a:r>
          </a:p>
          <a:p>
            <a:pPr algn="l">
              <a:lnSpc>
                <a:spcPts val="4905"/>
              </a:lnSpc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Domain Concepts Involved:</a:t>
            </a:r>
          </a:p>
          <a:p>
            <a:pPr marL="756452" lvl="1" indent="-378226" algn="l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Cloud-Native Architecture</a:t>
            </a:r>
          </a:p>
          <a:p>
            <a:pPr marL="756452" lvl="1" indent="-378226" algn="l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Microservices Architecture</a:t>
            </a:r>
          </a:p>
          <a:p>
            <a:pPr marL="756452" lvl="1" indent="-378226" algn="l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Event-Driven Systems</a:t>
            </a:r>
          </a:p>
          <a:p>
            <a:pPr marL="756452" lvl="1" indent="-378226" algn="l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Scalability &amp; Availability</a:t>
            </a:r>
          </a:p>
          <a:p>
            <a:pPr marL="756452" lvl="1" indent="-378226" algn="l">
              <a:lnSpc>
                <a:spcPts val="4905"/>
              </a:lnSpc>
              <a:buFont typeface="Arial"/>
              <a:buChar char="•"/>
            </a:pPr>
            <a:r>
              <a:rPr lang="en-US" sz="350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Security in Cloud</a:t>
            </a:r>
          </a:p>
          <a:p>
            <a:pPr algn="l">
              <a:lnSpc>
                <a:spcPts val="4905"/>
              </a:lnSpc>
              <a:spcBef>
                <a:spcPct val="0"/>
              </a:spcBef>
            </a:pPr>
            <a:endParaRPr lang="en-US" sz="3503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27930" y="2614567"/>
            <a:ext cx="12432139" cy="7246617"/>
          </a:xfrm>
          <a:custGeom>
            <a:avLst/>
            <a:gdLst/>
            <a:ahLst/>
            <a:cxnLst/>
            <a:rect l="l" t="t" r="r" b="b"/>
            <a:pathLst>
              <a:path w="12432139" h="7246617">
                <a:moveTo>
                  <a:pt x="0" y="0"/>
                </a:moveTo>
                <a:lnTo>
                  <a:pt x="12432140" y="0"/>
                </a:lnTo>
                <a:lnTo>
                  <a:pt x="12432140" y="7246617"/>
                </a:lnTo>
                <a:lnTo>
                  <a:pt x="0" y="7246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910" r="-2503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440919" y="186019"/>
            <a:ext cx="6719405" cy="3086100"/>
            <a:chOff x="0" y="0"/>
            <a:chExt cx="176972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69720" cy="812800"/>
            </a:xfrm>
            <a:custGeom>
              <a:avLst/>
              <a:gdLst/>
              <a:ahLst/>
              <a:cxnLst/>
              <a:rect l="l" t="t" r="r" b="b"/>
              <a:pathLst>
                <a:path w="1769720" h="812800">
                  <a:moveTo>
                    <a:pt x="0" y="0"/>
                  </a:moveTo>
                  <a:lnTo>
                    <a:pt x="1769720" y="0"/>
                  </a:lnTo>
                  <a:lnTo>
                    <a:pt x="176972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6972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179463" y="1387943"/>
            <a:ext cx="5929074" cy="1884176"/>
          </a:xfrm>
          <a:custGeom>
            <a:avLst/>
            <a:gdLst/>
            <a:ahLst/>
            <a:cxnLst/>
            <a:rect l="l" t="t" r="r" b="b"/>
            <a:pathLst>
              <a:path w="5929074" h="1884176">
                <a:moveTo>
                  <a:pt x="0" y="0"/>
                </a:moveTo>
                <a:lnTo>
                  <a:pt x="5929074" y="0"/>
                </a:lnTo>
                <a:lnTo>
                  <a:pt x="5929074" y="1884176"/>
                </a:lnTo>
                <a:lnTo>
                  <a:pt x="0" y="18841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10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Custom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Glacial Indifference Bold</vt:lpstr>
      <vt:lpstr>Calibri</vt:lpstr>
      <vt:lpstr>Glacial Indifference</vt:lpstr>
      <vt:lpstr>Fredoka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 - Cloud-Native Event Management System</dc:title>
  <cp:lastModifiedBy>D - I - L - I - P</cp:lastModifiedBy>
  <cp:revision>2</cp:revision>
  <dcterms:created xsi:type="dcterms:W3CDTF">2006-08-16T00:00:00Z</dcterms:created>
  <dcterms:modified xsi:type="dcterms:W3CDTF">2025-12-21T16:36:00Z</dcterms:modified>
  <dc:identifier>DAG8Jw76PG4</dc:identifier>
</cp:coreProperties>
</file>